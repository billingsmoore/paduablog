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6d495da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6d495da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6d495da73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6d495da73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6d495da73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6d495da7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6d495da7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6d495da7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6d495da73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6d495da7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6d495da73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6d495da73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6d495da73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6d495da73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6d495da73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6d495da73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6d495da73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6d495da73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6d495da73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6d495da73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6d495da73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6d495da7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6d495da73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6d495da73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6d495da7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6d495da7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6d495da73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6d495da7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ArchiveAI 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5200">
                <a:solidFill>
                  <a:schemeClr val="dk1"/>
                </a:solidFill>
              </a:rPr>
              <a:t>Multimodal AI</a:t>
            </a:r>
            <a:r>
              <a:rPr lang="en" sz="5200">
                <a:solidFill>
                  <a:schemeClr val="dk1"/>
                </a:solidFill>
              </a:rPr>
              <a:t> for the Living Tradition</a:t>
            </a:r>
            <a:endParaRPr sz="5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Unique Challenges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Multiple Modalities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Open Corpus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Hyperspecific use-cases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Speech Recognition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Audio -&gt; Text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Multi-model system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Diarization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Speaker filtering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&lt;30% Word Error Rate is the bar</a:t>
            </a:r>
            <a:endParaRPr sz="1600"/>
          </a:p>
        </p:txBody>
      </p:sp>
      <p:pic>
        <p:nvPicPr>
          <p:cNvPr descr="head, sound icon vector. Isolated contour symbol illustration (Provided by Getty Images)"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0075" y="1853850"/>
            <a:ext cx="2486124" cy="2486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Translation	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3058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72"/>
              <a:t>Text -&gt; Text</a:t>
            </a:r>
            <a:endParaRPr sz="2072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72"/>
          </a:p>
          <a:p>
            <a:pPr indent="-330589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2072"/>
              <a:t>One source, many targets</a:t>
            </a:r>
            <a:endParaRPr sz="2072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72"/>
          </a:p>
          <a:p>
            <a:pPr indent="-330589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2072"/>
              <a:t>Style is difficult</a:t>
            </a:r>
            <a:endParaRPr sz="2072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Language translation icon / blue color (Provided by Getty Images)"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2125" y="1318650"/>
            <a:ext cx="3233050" cy="32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Speech Synthesis	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Text -&gt; Audio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Accessibility concerns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Accent selection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Pronunciation issues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Selecting appropriate tones</a:t>
            </a:r>
            <a:endParaRPr sz="1600"/>
          </a:p>
        </p:txBody>
      </p:sp>
      <p:pic>
        <p:nvPicPr>
          <p:cNvPr descr="Voice message icon. Soundwave icon. Chat communication. Vector on isolated white background. EPS 10 (Provided by Getty Images)"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3851" y="1804751"/>
            <a:ext cx="4421601" cy="221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Summarization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Done by LLM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Cross-lingual application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free time related note pad or pages with pencil vector in flat style, (Provided by Getty Images)"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7750" y="1318650"/>
            <a:ext cx="2677023" cy="2677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 Editing	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Used for Speech Recognition, Translation, Summarization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Can be automated with LLMs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video editing icon vector outline illustration (Provided by Getty Images)" id="128" name="Google Shape;1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6075" y="2475325"/>
            <a:ext cx="2421350" cy="242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0" title="no-inp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58" y="0"/>
            <a:ext cx="909928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1" title="op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58" y="0"/>
            <a:ext cx="909928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2" title="transcrib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58" y="0"/>
            <a:ext cx="909928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3" title="translat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58" y="0"/>
            <a:ext cx="909928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24" title="synthesize-aud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58" y="0"/>
            <a:ext cx="909928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5" title="summa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58" y="0"/>
            <a:ext cx="909928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Excerpt</a:t>
            </a:r>
            <a:endParaRPr/>
          </a:p>
        </p:txBody>
      </p:sp>
      <p:sp>
        <p:nvSpPr>
          <p:cNvPr id="176" name="Google Shape;176;p26"/>
          <p:cNvSpPr txBox="1"/>
          <p:nvPr>
            <p:ph idx="1" type="body"/>
          </p:nvPr>
        </p:nvSpPr>
        <p:spPr>
          <a:xfrm>
            <a:off x="727650" y="210142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**3. Core Instructions: The Essence of Dharma (Lojong &amp; Sila)**</a:t>
            </a:r>
            <a:endParaRPr sz="4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500"/>
              <a:t>    *   **Transcript Line 3 Interpretation:** `མདོར་ན་གཅིག་སེམས་ལ་ཕན་པའི་བྱ་བ་ཐམས་ཅད་དེ་ནས་ཆོས་རེད་བརྫས།`</a:t>
            </a:r>
            <a:endParaRPr sz="4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500"/>
              <a:t>    *   **Content:** This is the central teaching. The Rinpoche succinctly defines Dharma as **"all actions that are beneficial to the mind."** This instruction strongly aligns with:</a:t>
            </a:r>
            <a:endParaRPr sz="4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500"/>
              <a:t>        *   **Mind Training (Lojong):** The entire practice of Lojong is about transforming the mind through beneficial actions and thoughts.</a:t>
            </a:r>
            <a:endParaRPr sz="4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500"/>
              <a:t>        *   **Ethics (Sila):** Actions beneficial to the mind are inherently ethical, promoting positive conduct and preventing harm.</a:t>
            </a:r>
            <a:endParaRPr sz="4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500"/>
              <a:t>        *   While Wisdom (Prajna) is the ultimate goal, this section emphasizes the practical, day-to-day engagement with Dharma through mental and behavioral transformation.</a:t>
            </a:r>
            <a:endParaRPr sz="4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ArchiveAI </a:t>
            </a:r>
            <a:endParaRPr/>
          </a:p>
        </p:txBody>
      </p:sp>
      <p:sp>
        <p:nvSpPr>
          <p:cNvPr id="182" name="Google Shape;182;p27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dk1"/>
                </a:solidFill>
              </a:rPr>
              <a:t>Multimodal AI for the Living Tradition</a:t>
            </a:r>
            <a:endParaRPr sz="5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A00D2C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F0CF07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